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areaChart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areaChart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areaChart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d3bad68-06df-40d1-8f2e-c5188efc0ad3?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8f55ce8e3f394c28" /><Relationship Type="http://schemas.openxmlformats.org/officeDocument/2006/relationships/slideLayout" Target="/ppt/slideLayouts/slideLayout8.xml" Id="R80679f5a268b4a45" /><Relationship Type="http://schemas.openxmlformats.org/officeDocument/2006/relationships/hyperlink" Target="https://app.powerbi.com/groups/me/reports/5d3bad68-06df-40d1-8f2e-c5188efc0ad3/?pbi_source=PowerPoint" TargetMode="External" Id="RelId0" /><Relationship Type="http://schemas.openxmlformats.org/officeDocument/2006/relationships/image" Target="/ppt/media/image4.png" Id="imgId128693985"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HR Analytics Atliq_masked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1/28/2026 1:26:29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1/28/2026 1:08:10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ableEx ,slicer ,slicer ,areaChart ,areaChart ,card ,card ,areaChart ,image ,card ,textbox ,textbox ,textbox ,textbox ,textbox ,textbox ,pivotTable ,textbox ,textbox ,textbox ,tableEx ,tableEx ,tableE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286939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Presence Insights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